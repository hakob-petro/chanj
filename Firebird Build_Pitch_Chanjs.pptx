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Plus Jakarta Sans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regular.fntdata"/><Relationship Id="rId10" Type="http://schemas.openxmlformats.org/officeDocument/2006/relationships/slide" Target="slides/slide6.xml"/><Relationship Id="rId13" Type="http://schemas.openxmlformats.org/officeDocument/2006/relationships/font" Target="fonts/PlusJakartaSans-italic.fntdata"/><Relationship Id="rId12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regular.fntdata"/><Relationship Id="rId14" Type="http://schemas.openxmlformats.org/officeDocument/2006/relationships/font" Target="fonts/PlusJakartaSans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FIREBIRD BUILD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40" y="12801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2400"/>
              <a:buFont typeface="Space Grotesk"/>
              <a:buNone/>
            </a:pPr>
            <a:r>
              <a:rPr b="1" i="0" lang="en-US" sz="24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[Team Name]</a:t>
            </a:r>
            <a:endParaRPr b="0" i="0" sz="2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187452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4800"/>
              <a:buFont typeface="Space Grotesk"/>
              <a:buNone/>
            </a:pPr>
            <a:r>
              <a:rPr b="1" i="0" lang="en-US" sz="48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[Project Name]</a:t>
            </a:r>
            <a:endParaRPr b="0" i="0" sz="4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548640" y="306324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F861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/>
        </p:nvSpPr>
        <p:spPr>
          <a:xfrm>
            <a:off x="548640" y="3246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1800"/>
              <a:buFont typeface="Inter"/>
              <a:buNone/>
            </a:pPr>
            <a:r>
              <a:rPr b="0" i="1" lang="en-US" sz="18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[One sentence of project description]</a:t>
            </a:r>
            <a:endParaRPr b="0" i="0" sz="18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8640" y="4482040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PRESENTER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548640" y="475636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[Presenter Name]</a:t>
            </a:r>
            <a:endParaRPr b="0"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943600" y="448204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5943600" y="475636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[Other team members' names]</a:t>
            </a:r>
            <a:endParaRPr b="0"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" name="Google Shape;25;p3" title="logo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50" y="5889483"/>
            <a:ext cx="11029375" cy="419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3200"/>
              <a:buFont typeface="Space Grotesk"/>
              <a:buNone/>
            </a:pPr>
            <a:r>
              <a:rPr b="1" i="0" lang="en-US" sz="32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17830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075688"/>
            <a:ext cx="11064240" cy="9144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731520" y="2075688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[What's the problem?]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548640" y="324612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PROBLEM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3538728"/>
            <a:ext cx="5349240" cy="146304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731520" y="3538728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[Why does this matter, why now?]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263640" y="3246120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 USER (BE SPECIFIC)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63640" y="3538728"/>
            <a:ext cx="5349240" cy="146304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6446520" y="3538728"/>
            <a:ext cx="4983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[Who exactly has this problem? Name a specific person or use case, not "everyone."]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2" name="Google Shape;42;p4"/>
          <p:cNvCxnSpPr/>
          <p:nvPr/>
        </p:nvCxnSpPr>
        <p:spPr>
          <a:xfrm>
            <a:off x="548640" y="6355080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FIREBIRD BUILD</a:t>
            </a:r>
            <a:endParaRPr b="0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/>
        </p:nvSpPr>
        <p:spPr>
          <a:xfrm>
            <a:off x="548640" y="365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SOLUTION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3200"/>
              <a:buFont typeface="Space Grotesk"/>
              <a:buNone/>
            </a:pPr>
            <a:r>
              <a:rPr b="1" i="0" lang="en-US" sz="32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endParaRPr b="0" i="0" sz="3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548640" y="182880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YOU BUILT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2121408"/>
            <a:ext cx="11064300" cy="30174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31520" y="2121408"/>
            <a:ext cx="10698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[Describe your solution — what it does, and how it's different from what people do today. Naming the alternative and why you beat it matters as much as describing the idea.]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548640" y="6355080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5"/>
          <p:cNvSpPr txBox="1"/>
          <p:nvPr/>
        </p:nvSpPr>
        <p:spPr>
          <a:xfrm>
            <a:off x="548640" y="642823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FIREBIRD BUILD</a:t>
            </a:r>
            <a:endParaRPr b="0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11155680" y="6428232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48640" y="5276088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RESULTS, DISCLOSURES &amp; RESPONSIBLE DEV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5568696"/>
            <a:ext cx="11064300" cy="6402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731520" y="5568696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[Current results &amp; limitations. Any pre-existing libraries/templates/code used. How you addressed safety, privacy, security, data rights &amp; misuse.]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548640" y="365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3000"/>
              <a:buFont typeface="Space Grotesk"/>
              <a:buNone/>
            </a:pPr>
            <a:r>
              <a:rPr b="1" i="0" lang="en-US" sz="30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</a:t>
            </a:r>
            <a:endParaRPr b="0" i="0" sz="3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1600200"/>
            <a:ext cx="11064300" cy="457200"/>
          </a:xfrm>
          <a:prstGeom prst="rect">
            <a:avLst/>
          </a:prstGeom>
          <a:solidFill>
            <a:srgbClr val="0E0D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548640" y="233172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PROTOTYPE STATUS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2624328"/>
            <a:ext cx="11064300" cy="4002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731520" y="2624328"/>
            <a:ext cx="1069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[What works today vs. what’s stubbed/simulated — one line judges can anchor to if the live demo hiccups.]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548640" y="309756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 LINK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48640" y="3390168"/>
            <a:ext cx="11064300" cy="3802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731520" y="3390168"/>
            <a:ext cx="10698600" cy="3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[Paste live demo URL here]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548640" y="384340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 LINK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4136008"/>
            <a:ext cx="11064300" cy="3802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731520" y="4136008"/>
            <a:ext cx="10698600" cy="3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[Paste GitHub / code repo URL here]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48640" y="458924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BACKUP VIDEO LINK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4881848"/>
            <a:ext cx="11064300" cy="3802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731520" y="4881848"/>
            <a:ext cx="10698600" cy="3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[Paste backup video URL here — record this before you pitch]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81" name="Google Shape;81;p6"/>
          <p:cNvCxnSpPr/>
          <p:nvPr/>
        </p:nvCxnSpPr>
        <p:spPr>
          <a:xfrm>
            <a:off x="548640" y="6355080"/>
            <a:ext cx="11091600" cy="0"/>
          </a:xfrm>
          <a:prstGeom prst="straightConnector1">
            <a:avLst/>
          </a:prstGeom>
          <a:noFill/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6"/>
          <p:cNvSpPr txBox="1"/>
          <p:nvPr/>
        </p:nvSpPr>
        <p:spPr>
          <a:xfrm>
            <a:off x="548640" y="642823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FIREBIRD BUILD</a:t>
            </a:r>
            <a:endParaRPr b="0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11155680" y="6428232"/>
            <a:ext cx="50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48640" y="5335080"/>
            <a:ext cx="1106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 STACK, REPO &amp; CODEX/OPENAI TOOL USE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5627688"/>
            <a:ext cx="11064300" cy="64020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731520" y="5627688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[Technologies, datasets, APIs &amp; </a:t>
            </a:r>
            <a:r>
              <a:rPr i="1" lang="en-US" sz="1100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tools</a:t>
            </a:r>
            <a:r>
              <a:rPr b="0" i="1" lang="en-US" sz="11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used. Confirm repo access + commit history. How you used Codex/OpenAI tools and reviewed the output.]</a:t>
            </a:r>
            <a:endParaRPr b="0" i="0" sz="11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PLAN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3000"/>
              <a:buFont typeface="Space Grotesk"/>
              <a:buNone/>
            </a:pPr>
            <a:r>
              <a:rPr b="1" i="0" lang="en-US" sz="30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we'll build it out</a:t>
            </a:r>
            <a:endParaRPr b="0" i="0" sz="3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548640" y="18288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ROADMAP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2121408"/>
            <a:ext cx="11064240" cy="155448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31520" y="2121408"/>
            <a:ext cx="10698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[What's built vs. what's next technically — key priorities for the next </a:t>
            </a:r>
            <a:r>
              <a:rPr i="1" lang="en-US" sz="1300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</a:t>
            </a: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and what needs to get more robust before this is production-ready.]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548640" y="37033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RISKS &amp; MITIGATIONS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3995928"/>
            <a:ext cx="11064240" cy="123444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731520" y="3995928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[Biggest technical risks between now and a real launch, and how you'd address each — one line per risk.]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548640" y="6355080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7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FIREBIRD BUILD</a:t>
            </a:r>
            <a:endParaRPr b="0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&amp; GO-TO-MARKET</a:t>
            </a:r>
            <a:endParaRPr b="0" i="0" sz="12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548640" y="7772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D0D"/>
              </a:buClr>
              <a:buSzPts val="3000"/>
              <a:buFont typeface="Space Grotesk"/>
              <a:buNone/>
            </a:pPr>
            <a:r>
              <a:rPr b="1" i="0" lang="en-US" sz="3000" u="none" cap="none" strike="noStrike">
                <a:solidFill>
                  <a:srgbClr val="0E0D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big, and who's first</a:t>
            </a:r>
            <a:endParaRPr b="0" i="0" sz="3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548640" y="182880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SIZE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48640" y="2121408"/>
            <a:ext cx="11064240" cy="155448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731520" y="2121408"/>
            <a:ext cx="10698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[How big is this opportunity? Give a real number — users, devices, labs — not "huge market."]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548640" y="370332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GO-TO-MARKET</a:t>
            </a:r>
            <a:endParaRPr b="0" i="0" sz="10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48640" y="3995928"/>
            <a:ext cx="11064240" cy="1234440"/>
          </a:xfrm>
          <a:prstGeom prst="rect">
            <a:avLst/>
          </a:prstGeom>
          <a:solidFill>
            <a:srgbClr val="F0EFEC"/>
          </a:solidFill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731520" y="3995928"/>
            <a:ext cx="106984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6130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8613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[Who you'd reach next and how — first customers/users, distribution channel, and the specific ask (funding, pilot partners, users).]</a:t>
            </a:r>
            <a:endParaRPr b="0"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116" name="Google Shape;116;p8"/>
          <p:cNvCxnSpPr/>
          <p:nvPr/>
        </p:nvCxnSpPr>
        <p:spPr>
          <a:xfrm>
            <a:off x="548640" y="6355080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D4D4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8"/>
          <p:cNvSpPr txBox="1"/>
          <p:nvPr/>
        </p:nvSpPr>
        <p:spPr>
          <a:xfrm>
            <a:off x="548640" y="64282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FIREBIRD BUILD</a:t>
            </a:r>
            <a:endParaRPr b="0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8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6B6B68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